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</a:rPr>
              <a:t>SMART SUPPLY CHAIN AND INVENTORY MANAGEMENT SYSTEM POWERED BY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563EB"/>
                </a:solidFill>
              </a:defRPr>
            </a:pPr>
            <a: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75569"/>
                </a:solidFill>
              </a:defRPr>
            </a:pPr>
            <a:r>
              <a:t>Built with React frontend, Node.js/Express microservices, Sequelize ORM, MySQL, JWT auth, and analytics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This project presents a smart supply chain and inventory platform for e-commerce operations using a microservices-based architecture.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It unifies product management, stock control, customer ordering, approvals, analytics, and reporting in a single web application.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The system reduces manual tracking, improves inventory visibility, and supports safer operations through layered security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Small and medium retail businesses often manage stock, users, and orders through fragmented tools or manual records.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That creates stock mismatches, delayed fulfillment, weak visibility, and poor coordination between customer and admin workflows.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The proposed system solves this by combining inventory intelligence, order management, and role-based control in one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Overall Explanation with Design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463040" cy="7315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463040" cy="73152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10312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React Frontend
Role-based UI
Charts +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164592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API Gateway
Port 5000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914400"/>
            <a:ext cx="1554480" cy="7772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Auth Service
5001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155448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 Service
5002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743200"/>
            <a:ext cx="1554480" cy="7772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Order Service
5003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657600"/>
            <a:ext cx="1554480" cy="777240"/>
          </a:xfrm>
          <a:prstGeom prst="round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 Service
5004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828800"/>
            <a:ext cx="2011680" cy="1554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172A"/>
                </a:solidFill>
              </a:rPr>
              <a:t>MySQL Database
Users, Products, Orders,
Cart, Sessions, Settings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1828800"/>
            <a:ext cx="548640" cy="36576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94560" y="2743200"/>
            <a:ext cx="548640" cy="36576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46320" y="2377440"/>
            <a:ext cx="457200" cy="9144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49440" y="1280160"/>
            <a:ext cx="457200" cy="109728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49440" y="2194560"/>
            <a:ext cx="457200" cy="18288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377440"/>
            <a:ext cx="457200" cy="73152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2377440"/>
            <a:ext cx="457200" cy="164592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1280160"/>
            <a:ext cx="457200" cy="91440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61120" y="2194560"/>
            <a:ext cx="457200" cy="18288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961120" y="2651760"/>
            <a:ext cx="457200" cy="45720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961120" y="2926080"/>
            <a:ext cx="457200" cy="109728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7091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Gateway routes requests to dedicated authentication, product, order, and user services.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Customer workflows cover browsing, wishlist, cart, checkout, tracking, and returns.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Admin workflows cover product control, approvals, users, settings, reports, and dispatch.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Security layer includes JWT validation, session rotation, role checks, CSRF protection, CORS, Helmet, and rate limiting.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1828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Master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Transactional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182880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System / Control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Product: name, category, price, quantity, reserved quantity, weight, image URL/key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User: email, role, admin approval status, validity flag, address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7830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Cart: user-product mapping with quantity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Order: customer, status, total, shipping info, delivery timestamps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OrderItem: product-wise quantity and price snapshot per order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Wishlist: saved products for customer convenience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UserSession: refresh-token session tracking and revocation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AppSetting: shipping charge, return window, cart limit, low-stock threshold, delivery ETA range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AuditLog: product restock, order actions, and admin activity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Dataset nature: structured relational operational data stored in MySQL and modeled through Sequelize entities. The system uses live transactional records rather than a static ML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Implementation Tools /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Frontend: React 19, React Router, Vite, Chart.js, HTML, CSS, JavaScript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Backend: Node.js, Express.js, Sequelize ORM, http-proxy-middleware, Multer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Database: MySQL with relational tables for users, products, orders, carts, sessions, settings, and logs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Security: JWT, bcrypt, cookie-based auth, CSRF validation, Helmet, CORS, express-rate-limit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Utilities: Nodemailer for emails, AWS S3 integration for product images, PM2 and Nodemon for service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Development approach: modular microservices with gateway routing on ports 5000 to 5004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Secure registration, email verification, login, forgot-password, and approval workflows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Customer-side product browsing with search, filtering, sorting, wishlist, cart persistence, and checkout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Admin-side product CRUD, low-stock monitoring, restocking, and image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Order lifecycle handling: place, cancel, dispatch, auto-deliver, and return within configured window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Dashboards and reports: revenue by month, monthly orders, best-selling product, profitable category, CSV exports, and audit logs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Operational flexibility through configurable settings like shipping charge, stock threshold, and delivery timing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The project successfully delivers an end-to-end inventory and order management solution using modern full-stack technologies.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Its microservice separation improves modularity, while the gateway and security middleware keep service interaction manageable and secure.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The dashboard, settings module, and return handling make the system stronger than a basic CRUD e-commerce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Future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Integrate payment gateways for real transactions.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Add cloud deployment, Docker/Kubernetes, and CI/CD automation.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Connect external shipping/logistics APIs for real delivery tracking.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Introduce AI-based demand forecasting and product recommendation modules.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Extend notifications through email, SMS, and mobile push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 working capstone-grade application with customer and admin modules, analytics, exports, and configurable business rules.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Improved accuracy in inventory tracking through reservation logic, stock validation, and controlled order transitions.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 scalable foundation for future smart supply chain features such as forecasting, orchestration, and cloud-native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38404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React Documentation - https://react.dev/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Express Documentation - https://expressjs.com/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Sequelize Documentation - https://sequelize.org/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JWT Introduction - https://jwt.io/introduction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Helmet Documentation - https://helmetjs.github.io/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Chart.js Documentation - https://www.chartjs.org/docs/latest/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