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60520" y="502920"/>
            <a:ext cx="3840480" cy="384048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52A57"/>
                </a:solidFill>
              </a:rPr>
              <a:t>SMART SUPPLY CHAIN AND INVENTORY MANAGEMENT SYSTEM POWERED BY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816" y="4114800"/>
            <a:ext cx="25758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5568"/>
                </a:solidFill>
              </a:defRPr>
            </a:pPr>
            <a:r>
              <a:rPr lang="en-IN" dirty="0"/>
              <a:t>Add names and roll numbers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051560" y="4846320"/>
            <a:ext cx="10058400" cy="960120"/>
          </a:xfrm>
          <a:prstGeom prst="roundRect">
            <a:avLst/>
          </a:prstGeom>
          <a:solidFill>
            <a:srgbClr val="E6EEFA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52A57"/>
                </a:solidFill>
              </a:defRPr>
            </a:pPr>
            <a:r>
              <a:t>A web-based platform that helps businesses manage products, inventory, users, and customer orders efficiently with secure role-based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Synopsis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The SMART SUPPLY CHAIN AND INVENTORY MANAGEMENT SYSTEM POWERED BY MICROSERVICES is a web-based platform designed for efficient product, stock, and order management.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It combines authentication, inventory control, customer ordering, admin approvals, analytics, and configurable business rules in one centralized system.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The solution is intended for small to medium-scale businesses that need improved inventory visibility, secure access control, and smoother order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Small and medium-sized warehouse or retail businesses often depend on spreadsheets, manual records, or disconnected tools for stock and order handling.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This causes inventory mismatch, delayed fulfillment, poor order traceability, and difficulty in making timely operational decisions.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The proposed system addresses these issues through a secure full-stack application with microservice separation, real-time stock validation, and centralized role-based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Overall Explanation with Design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1606" y="1686754"/>
            <a:ext cx="401163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rPr dirty="0"/>
              <a:t>Gateway routes requests to dedicated authentication, product, order, and user services.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rPr dirty="0"/>
              <a:t>Customer workflows cover browsing, cart, checkout, tracking, and returns.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rPr dirty="0"/>
              <a:t>Admin workflows cover product control, approvals, users, settings, reports, and dispatch.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rPr dirty="0"/>
              <a:t>Security layer includes JWT validation, session rotation, role checks, CSRF protection, CORS, and rate limiting.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43F97E-0BE3-7370-8155-6BBDFA73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4" y="1170432"/>
            <a:ext cx="7652202" cy="4667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1828800"/>
          </a:xfrm>
          <a:prstGeom prst="round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Master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Transactional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1828800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System / Control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Product: name, category, price, quantity, reserved quantity, weight, image URL/key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User: email, role, admin approval status, validity flag, address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Cart: user-product mapping with quantity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Order: customer, status, total, shipping info, delivery timestamps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OrderItem: product-wise quantity and price snapshot per order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Wishlist: saved products for customer convenience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7830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UserSession: refresh-token session tracking and revocation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AppSetting: shipping charge, return window, cart limit, low-stock threshold, delivery ETA range</a:t>
            </a:r>
          </a:p>
          <a:p>
            <a:pPr>
              <a:spcAft>
                <a:spcPts val="1000"/>
              </a:spcAft>
              <a:defRPr sz="1400">
                <a:solidFill>
                  <a:srgbClr val="152A57"/>
                </a:solidFill>
              </a:defRPr>
            </a:pPr>
            <a:r>
              <a:t>AuditLog: product restock, order actions, and admin activity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52A57"/>
                </a:solidFill>
              </a:defRPr>
            </a:pPr>
            <a:r>
              <a:rPr dirty="0"/>
              <a:t>Dataset nature: structured relational operational data stored in MySQL and modeled through </a:t>
            </a:r>
            <a:r>
              <a:rPr dirty="0" err="1"/>
              <a:t>Sequelize</a:t>
            </a:r>
            <a:r>
              <a:rPr dirty="0"/>
              <a:t> entities. The system uses live transactional records rather than a static ML dataset.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Implementation Tools /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Frontend: React 19, React Router, Vite, Chart.js, HTML, CSS, JavaScript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Backend: Node.js, Express.js, </a:t>
            </a:r>
            <a:r>
              <a:rPr dirty="0" err="1"/>
              <a:t>Sequelize</a:t>
            </a:r>
            <a:r>
              <a:rPr dirty="0"/>
              <a:t> ORM, http-proxy-middleware, Multer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Database: MySQL with relational tables for users, products, orders, carts, sessions, settings, and logs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Security: JWT, </a:t>
            </a:r>
            <a:r>
              <a:rPr dirty="0" err="1"/>
              <a:t>bcrypt</a:t>
            </a:r>
            <a:r>
              <a:rPr dirty="0"/>
              <a:t>, cookie-based auth, CSRF validation, CORS, express-rate-limit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Utilities: </a:t>
            </a:r>
            <a:r>
              <a:rPr dirty="0" err="1"/>
              <a:t>Nodemailer</a:t>
            </a:r>
            <a:r>
              <a:rPr dirty="0"/>
              <a:t> for emails, AWS S3 integration for product images, PM2 and </a:t>
            </a:r>
            <a:r>
              <a:rPr dirty="0" err="1"/>
              <a:t>Nodemon</a:t>
            </a:r>
            <a:r>
              <a:rPr dirty="0"/>
              <a:t> for service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Development approach: modular microservices with gateway routing on ports 5000 to 5004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/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Secure registration, email verification, login, forgot-password, and approval workflows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Customer-side product browsing with search, filtering, sorting, cart persistence, and checkout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Admin-side product CRUD, low-stock monitoring, restocking, and image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Order lifecycle handling: place, cancel, dispatch, auto-deliver, and return within configured window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Dashboards and reports: revenue by month, monthly orders, best-selling product, profitable category, CSV exports, and audit logs</a:t>
            </a:r>
          </a:p>
          <a:p>
            <a:pPr>
              <a:spcAft>
                <a:spcPts val="1000"/>
              </a:spcAft>
              <a:defRPr sz="1800">
                <a:solidFill>
                  <a:srgbClr val="152A57"/>
                </a:solidFill>
              </a:defRPr>
            </a:pPr>
            <a:r>
              <a:rPr dirty="0"/>
              <a:t>Operational flexibility through configurable settings like shipping charge, stock threshold, and delivery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The project successfully developed a secure and scalable inventory management and order processing system.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Role-based access, protected sessions, stock reservation logic, and configurable settings improve operational safety and accuracy.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The microservices-based design makes the platform modular, easier to maintain, and ready for further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Future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Integrate payment gateways for real transactions.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lang="en-US" sz="1900" dirty="0"/>
              <a:t>Containerization using Docker and orchestration with Kubernetes for scalable deployment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Connect external shipping/logistics APIs for real delivery tracking.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rPr dirty="0"/>
              <a:t>Introduce AI-based demand forecasting and product recommendation modules.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A working capstone application with customer and admin modules, inventory dashboards, reports, approval flow, and secure authentication.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Improved inventory accuracy through reservation tracking, low-stock visibility, order-state management, and return-based stock restoration.</a:t>
            </a:r>
          </a:p>
          <a:p>
            <a:pPr>
              <a:spcAft>
                <a:spcPts val="1000"/>
              </a:spcAft>
              <a:defRPr sz="1900">
                <a:solidFill>
                  <a:srgbClr val="152A57"/>
                </a:solidFill>
              </a:defRPr>
            </a:pPr>
            <a:r>
              <a:t>A strong foundation for future smart supply chain capabilities such as forecasting, logistics integration, and cloud-native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A57"/>
          </a:solidFill>
          <a:ln>
            <a:solidFill>
              <a:srgbClr val="15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Chopra, S. and Meindl, P. Supply Chain Management: Strategy, Planning, and Operation. Pearson.</a:t>
            </a:r>
          </a:p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Chen, J. and Paulraj, A. Towards a theory of supply chain management. Journal of Operations Management.</a:t>
            </a:r>
          </a:p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Date, C. J. An Introduction to Database Systems. Pearson.</a:t>
            </a:r>
          </a:p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React Documentation - https://react.dev/</a:t>
            </a:r>
          </a:p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Express.js Documentation - https://expressjs.com/</a:t>
            </a:r>
          </a:p>
          <a:p>
            <a:pPr>
              <a:spcAft>
                <a:spcPts val="1000"/>
              </a:spcAft>
              <a:defRPr sz="1700">
                <a:solidFill>
                  <a:srgbClr val="152A57"/>
                </a:solidFill>
              </a:defRPr>
            </a:pPr>
            <a:r>
              <a:t>Sequelize Documentation - https://sequelize.org/ and JWT Introduction - https://jwt.io/introduction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7432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876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gm kaushic</cp:lastModifiedBy>
  <cp:revision>2</cp:revision>
  <dcterms:created xsi:type="dcterms:W3CDTF">2013-01-27T09:14:16Z</dcterms:created>
  <dcterms:modified xsi:type="dcterms:W3CDTF">2026-04-27T06:32:34Z</dcterms:modified>
  <cp:category/>
</cp:coreProperties>
</file>